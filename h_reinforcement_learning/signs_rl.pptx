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D174-8D8C-146C-497C-102D44767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D2D9A-1E83-7220-C9E3-95DE7EEA1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83E0-41D2-C6A5-A8B8-18466B31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AD03F-F00E-E151-445D-3F20D7F2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15B25-07C9-EAC3-CD90-9A6AE026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0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8D0D-AD2E-DBB1-CB63-4FC558E4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F7327-8A6D-23E0-A42A-37EFD5C3D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A32A3-0CAE-705A-6EFF-25ECAE06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B6E4-4C77-26A9-D51A-0D4304FD9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C6824-4809-D1BB-6E23-C938F668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8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AD28-3A52-EB31-132A-D1017400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AC08A-3968-FE82-A2B2-ED3BC6B30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D1E75-2C5A-176E-14DE-07DA0C53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66E51-9945-B043-39DB-F570AA1D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7C05F-7811-1311-38D2-24A14A2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EDD4-B248-A388-2380-C98E67A7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F64D-CC5E-540A-67E0-2397A98A2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BF474-B7EE-F555-92A2-03A72E197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29021-F3D9-9128-5662-911CB9AD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84544-BA2C-5610-5C67-6681490D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D54B-6D24-91CB-7E5E-F0C66ECD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7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EBDD-C2CB-4610-3E42-C56AF2BF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3CF7D-18A8-B772-5F40-44E18FD29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8423C-2F39-2DF3-88FD-803ABEB31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74311-24A9-D582-3EFF-B24B2EABF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F8C03-01E9-C372-7657-E86191BB5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7E5D18-3689-0D99-EA52-D4DF65E4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E5AB2-6F1E-DC36-FB86-3337F77F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C24F10-8E52-012B-A859-51031724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58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217E-0873-D006-CF22-625A80DB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ADCF4-035C-1E66-9240-DAC467D1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5ECDE-8DEA-5753-B79A-A143F96D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DDD93-4AAA-28B0-D3B2-7C53DE6E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8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20534-C207-3697-731E-A3E353F20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7FDA4-2C87-2A44-80DE-AC228901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40756-B2A4-8BA9-7215-CB74E576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3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98DB-1259-B7BE-F64B-B2FE26E4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7FB26-BA5B-FA71-6840-FF811A16F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05D14-4E71-7BC2-4C19-971BDEADB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8B0E9-86CD-29B2-F37A-1589FB67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5AB53-BCE6-36AC-6D51-A0B23CE6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FE394-F50A-1DA8-493A-D03D0807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5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6C58-A94F-6AAC-2E01-97E3F582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24515-B4C2-2073-8FAC-A3D6684B2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7218A-1E7C-83D3-B79A-CA9DF4561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B80DB-A530-BF96-A739-BE9A0451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819EF-F63E-7340-27E2-70780166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5CDA9-71A2-74B8-533A-57F21BDA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4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2C1E-DB8C-FE61-162A-73B44A5D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20FDE-0BCE-DEB4-567F-7241D63C0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0C2C7-8C62-B9D5-0339-F9B5A814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EC3CF-DE26-12C6-315F-21EADB44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9EB99-188A-0A06-46B8-5617D938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37EB99-D694-2191-1A34-788806E5B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FF0BF-4196-A7DD-8FBA-BDF2C663D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F5CC-4234-8B97-7F2F-5EE450E6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BC876-7CC3-45E3-5100-3B3DD393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01987-4177-21B3-C125-28C702CD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B5003-AEEE-BFD2-D262-DA79B080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BA08A-DEF8-C86A-54BF-9AB0CD16B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607C8-019A-F561-21F2-727988BE2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A8FCD-F8C3-421E-A8CE-C6AEF379FDB3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3A393-307F-32D8-2A26-47306DEC3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0219-D406-97E7-44AD-37B4EC393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B4E12-BC28-4583-B746-DDDDCA81A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1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C6F2-0446-EAA1-51FB-E65CE3A5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26D026-3B77-7FB5-1824-171EF587D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1" cy="6803477"/>
          </a:xfrm>
        </p:spPr>
      </p:pic>
    </p:spTree>
    <p:extLst>
      <p:ext uri="{BB962C8B-B14F-4D97-AF65-F5344CB8AC3E}">
        <p14:creationId xmlns:p14="http://schemas.microsoft.com/office/powerpoint/2010/main" val="401563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507E-A2A0-AB98-9E7E-9D2737D2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CCBD2-E6B2-6A7E-D49D-570E5AD00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1" cy="6852187"/>
          </a:xfrm>
        </p:spPr>
      </p:pic>
    </p:spTree>
    <p:extLst>
      <p:ext uri="{BB962C8B-B14F-4D97-AF65-F5344CB8AC3E}">
        <p14:creationId xmlns:p14="http://schemas.microsoft.com/office/powerpoint/2010/main" val="40013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945E-6E20-168A-B6B1-717D75FA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070E87-5006-4E49-4AD8-5CCADDA73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75182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E6A20-3DAF-20FA-6FD5-6637C910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99BB52-3D9C-D9AE-D8F9-3470B16FD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1855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2B77-F0FB-DEEC-F763-19C4B995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F2D73D-B70C-DF58-C21C-A93070EF8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6509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91AC-B35A-E7FD-A919-31ED78C6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75516-06C9-3742-1A50-9AEB904DF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910"/>
          </a:xfrm>
        </p:spPr>
      </p:pic>
    </p:spTree>
    <p:extLst>
      <p:ext uri="{BB962C8B-B14F-4D97-AF65-F5344CB8AC3E}">
        <p14:creationId xmlns:p14="http://schemas.microsoft.com/office/powerpoint/2010/main" val="287468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C3E7-9A0B-9299-8D1F-DF2E91FB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F5C23-3B07-6585-6EC7-71AC7E50A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3298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Fardad</dc:creator>
  <cp:lastModifiedBy>Fardad</cp:lastModifiedBy>
  <cp:revision>1</cp:revision>
  <dcterms:created xsi:type="dcterms:W3CDTF">2025-05-17T21:29:02Z</dcterms:created>
  <dcterms:modified xsi:type="dcterms:W3CDTF">2025-05-17T21:32:47Z</dcterms:modified>
</cp:coreProperties>
</file>